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71" r:id="rId11"/>
    <p:sldId id="272" r:id="rId12"/>
    <p:sldId id="273" r:id="rId13"/>
    <p:sldId id="274" r:id="rId14"/>
    <p:sldId id="275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12:41.79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0,'14'0,"43"9,43 7,49 5,30 0,28-5,32-4,20-5,0-3,-21-3,-34-1,-42 0,-45-1,-46-4,-36-6,-23-6,-15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12:43.28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0 249,'4'1,"0"-1,0 1,0 0,0 0,-1 0,1 0,0 0,-1 1,1 0,-1 0,0 0,4 3,34 31,-39-34,26 28,-1 2,39 60,38 83,-75-124,341 603,-362-641,3 8,1-1,1 0,1-1,16 17,-29-34,1-1,-1 0,0 1,1-1,-1 0,1 0,-1 0,1 0,-1 0,1-1,0 1,-1 0,1-1,0 1,2-1,-3 0,0 0,-1 0,1 0,0 0,0-1,0 1,-1 0,1-1,0 1,0 0,-1-1,1 1,0-1,-1 1,1-1,-1 0,1 1,-1-1,1 0,-1 1,1-1,-1 0,1 0,2-6,-1 0,0 0,0 0,-1 0,0 0,1-10,2-74,-7-110,-24-90,-30-60,42 293,-2 1,-2 1,-53-106,57 134,1-1,-13-40,17 50,10 19,0 0,0-1,-1 1,1 0,0 0,0 0,-1-1,1 1,0 0,0 0,-1 0,1 0,0 0,0 0,-1 0,1 0,0 0,-1 0,1 0,0 0,0 0,-1 0,1 0,0 0,-1 0,1 0,0 0,0 0,-1 0,1 0,0 0,0 1,-1-1,-2 3,1 0,-1 0,1 0,0 0,0 1,0-1,-1 4,2-4,-11 24,1 1,1 0,2 1,1 0,1 0,-3 39,2 185,8-163,1 1002,-2-1071,2 1,0-1,1 0,1 0,1-1,1 1,1-1,15 30,-9-25,2 0,0-1,2-1,1 0,33 33,-5-15,2-2,2-2,1-2,2-2,62 28,-13-13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13:11.9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0,'22'0,"33"0,44 0,39 0,40 0,35 0,20 0,6 0,-7 0,-21 0,-19 5,-39 1,-36 4,-34 1,-26 2,-19-1,-6 2,-10-1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16:05.40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11438 48,'8'1,"0"0,0 1,-1 0,1 0,0 0,-1 1,14 7,7 3,92 33,1-6,146 29,-232-63,1-1,-1-3,1-1,0-1,58-9,-84 8,-1-2,0 0,16-6,-24 8,1 0,-1 1,1-1,-1 0,0 0,1 0,-1 0,0 0,0 0,0-1,1 1,0-3,-2 4,0-1,1 0,-1 1,0-1,0 1,0-1,0 0,-1 1,1-1,0 0,0 1,0-1,0 0,-1 1,1-1,0 1,-1-1,1 1,0-1,-1 1,1-1,-1 1,1-1,-1 1,1-1,-1 1,1 0,-1-1,1 1,-1 0,1-1,-1 1,0 0,-20-12,-1 1,0 2,0 0,0 1,-1 1,0 2,-1 0,0 1,-32 0,44 2,0 1,-1-1,1-1,-20-7,20 6,1 1,-1 0,0 0,-16 0,27 2,1 1,-1 0,0 0,0 0,0 0,1-1,-1 1,0 0,0-1,1 1,-1-1,0 1,0 0,1-1,-1 0,1 1,-1-1,0 1,1-1,-1 0,1 1,0-1,-1 0,1 0,0 1,-1-1,1-1,-6-29,6 28,0 0,0 0,0 0,-1 0,0 0,0 0,0 0,0 0,-2-5,2 8,0-1,1 0,-1 1,0-1,0 1,0 0,0-1,0 1,0-1,0 1,0 0,0 0,0 0,0 0,0 0,0 0,0 0,0 0,0 0,0 0,0 0,0 1,0-1,0 0,0 1,0-1,0 1,0-1,0 1,0-1,0 1,1 0,-1-1,0 1,0 0,1 0,-1-1,0 3,-28 32,19-18,1 0,1 1,1 0,0 0,2 0,0 1,-3 20,1 7,-1 83,12-42,-3-79,0 0,1 0,0 0,0-1,1 1,0 0,1-1,5 10,-8-15,0 0,0-1,0 1,0 0,1-1,-1 1,1-1,-1 1,1-1,-1 0,1 0,0 0,0 0,0 0,-1 0,1 0,0 0,0-1,0 1,0-1,0 1,3-1,-2 0,0-1,-1 0,1 1,0-1,-1 0,1 0,-1-1,1 1,-1 0,0-1,1 1,-1-1,0 0,3-3,2-3,1-1,-2 0,1 0,-1-1,-1 1,0-1,4-11,-3 5,-1-1,-1 0,-1 0,3-30,-6 41,1 1,-1-1,0 1,0 0,-1-1,0 1,0 0,0-1,-1 1,1 0,-1 0,0 0,-1 0,1 0,-1 1,0-1,0 1,-7-7,9 9,-1 1,1 0,-1 0,0-1,0 1,1 0,-1 1,0-1,0 0,0 1,0-1,0 1,0-1,0 1,0 0,0 0,0 0,0 0,0 0,0 0,-4 2,3-1,-1 1,1-1,0 1,-1 0,1 0,0 0,0 1,0-1,0 1,-4 5,-1 3,1-1,-1 2,2-1,0 1,-8 20,-6 42,19-68,0 1,0 0,0-1,1 1,0 0,1-1,-1 1,1 0,2 6,-2-12,-1 0,0-1,0 1,0-1,0 1,0-1,1 1,-1 0,0-1,0 1,1-1,-1 1,0-1,1 1,-1-1,1 1,-1-1,1 0,-1 1,0-1,1 0,-1 1,1-1,0 0,-1 0,1 1,-1-1,1 0,-1 0,1 0,0 0,-1 0,1 1,-1-1,1-1,0 1,-1 0,1 0,-1 0,1 0,0 0,-1 0,1-1,-1 1,1 0,-1 0,1-1,-1 1,1 0,-1-1,1 1,-1-1,1 1,-1-1,0 1,1-1,22-29,-13 10,-1 1,-1-1,-1-1,-1 0,-1 0,0 0,-2-1,0 1,-1-28,-2 46,0-1,0 0,-1 1,1-1,-1 1,0-1,0 1,0-1,-1 1,1-1,-1 1,0 0,-2-4,3 6,0 0,0 0,0 1,0-1,0 0,0 0,0 1,0-1,0 1,0-1,0 1,0-1,-1 1,1 0,0 0,0-1,0 1,-1 0,1 0,0 0,0 0,-1 1,1-1,0 0,0 0,0 1,0-1,-1 1,1-1,0 1,0-1,0 1,0 0,0-1,0 1,0 0,0 0,0 0,1 0,-2 1,-4 4,1 0,1 1,-1-1,1 1,0 0,0 0,1 0,-5 14,-15 68,16-58,-69 255,74-368,8 33,15-58,4-27,-24 127,1-17,0 22,-2 15,1 127,-29 245,26-376,0 3,0 0,1 0,0 13,1-23,0 0,0 0,0 0,1 0,-1-1,1 1,-1 0,1 0,0 0,-1-1,3 3,-3-3,1 0,-1-1,1 1,0-1,-1 1,1-1,0 1,0-1,-1 1,1-1,0 0,0 1,0-1,-1 0,1 0,0 0,0 0,0 0,0 0,0 0,-1 0,1 0,0 0,0 0,1-1,1 0,0 0,0-1,-1 1,1-1,-1 1,1-1,-1 0,0 0,0-1,1 1,2-5,-4 7,-1-1,1 0,0 0,-1 1,1-1,-1 0,1 0,-1 0,0 0,1 0,-1 0,0 0,1 0,-1 0,0 0,0 0,0 0,0 0,0 0,0 0,0 1,0-1,0 0,-1 0,1 0,0 0,-1 0,1 0,-1 0,1 0,-1 0,1 0,-1 1,1-1,-1 0,0 0,1 1,-1-1,0 1,0-1,0 0,-1 0,-8-3,0 1,-1 0,0 0,0 1,0 1,0 0,0 0,0 1,-14 1,-11 0,-151-1,-109 3,-138 1,-161-1,-164 0,-137-1,-3763 0,3997-4,110-6,92-8,-820-99,1006 71,-252-33,495 76,31 1,0 0,0 0,-1 1,1-1,0 0,0 0,0 0,0 0,0 0,0 1,0-1,-1 0,1 0,0 0,0 0,0 0,0 1,0-1,0 0,0 0,0 0,0 1,0-1,0 0,0 0,0 0,0 0,0 1,0-1,0 0,0 0,0 0,0 0,1 1,-1-1,0 0,0 0,0 0,0 0,0 1,0-1,0 0,1 0,-1 0,0 0,0 0,0 0,0 0,1 0,-1 1,0-1,0 0,0 0,0 0,1 0,-1 0,0 0,0 0,0 0,0 0,1 0,-1 0,57 26,-46-21,401 148,6-24,175 34,183 32,152 23,1101 229,13-58,-1245-269,-140-43,-123-36,-94-24,826-35,-564 0,359 12,-1039 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8:10.6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0,'16'2,"1"0,-1 1,0 0,0 1,0 1,0 1,23 12,19 5,532 179,-463-166,56 19,-137-42,0-2,84 10,-3-1,-71-8,89 31,60 17,-45-17,-148-39,0 0,-1 1,17 9,-26-12,-8-3,-15-5,8 2,4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8:12.0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1,'4'0,"6"0,1 4,4 6,16 15,21 16,23 14,13 3,-1-5,-1-7,-2-2,-11-4,-10-5,-5-3,-10-8,-7-8,-12-6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8:13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1,'4'8,"1"-1,0 0,0 0,0-1,1 1,0-1,1 0,-1 0,1-1,0 0,12 6,9 4,56 19,-65-27,337 101,6-30,-357-77,694 114,-407-72,-192-27,-2 1,143 5,-226-21,0-2,0 0,0-1,0 0,0-2,0 1,0-2,-1 0,0 0,0-2,21-12,-31 17,-1 1,1-1,0 1,0 0,0 0,0 0,0 0,0 1,0 0,0 0,0 0,8 1,-1 1,0 1,0 0,14 6,6 6,-1 1,-1 1,0 2,25 21,40 34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8:13.9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0,'5'0,"5"0,15 5,33 5,56 19,66 9,28-11,19-32,2-15,1 0,-8 4,-19 8,-31 11,-36 4,-41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9:44.7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3001 143,'2'-1,"0"0,0 0,0 1,0-1,0 0,0 1,1-1,-1 1,0 0,0 0,0 0,0 0,0 0,1 0,-1 1,0-1,0 1,3 0,4 1,118 17,446 49,2-26,1-24,779-77,-1306 55,123-18,-162 18,-22 1,-61-1,-114 9,115-1,-301 14,-193 1,-167-6,-790-13,-737 15,1854 5,345-16,-108 23,164-26,0 0,0 1,1-1,-1 1,1 0,-1 1,1-1,-7 6,10-8,1 1,-1-1,1 1,-1 0,1-1,-1 1,1 0,-1-1,1 1,0 0,0 0,-1-1,1 1,0 0,0 0,0 0,0-1,0 1,0 0,0 0,0 0,0-1,0 1,0 0,0 0,1-1,-1 1,0 0,1 0,-1-1,0 1,1 0,-1-1,1 1,-1 0,1-1,1 2,3 3,1 0,0-1,0 1,0-1,1-1,11 6,91 34,270 61,180 14,167 12,119 4,2727 373,-3007-442,-192-22,-172-18,-156-19,-40-4,-8-2,-62-2,45 1,-186-10,-579-8,626 24,2 7,-309 65,292-23,158-48,1 0,0 1,1 1,-26 17,38-24,0 1,1-1,-1 1,0-1,1 1,-1 0,1-1,0 1,-1 0,1 0,0 0,0 0,0 0,1 1,-1-1,0 3,1-3,0-1,0 1,0-1,0 1,1-1,-1 1,1 0,-1-1,1 0,0 1,-1-1,1 1,0-1,0 0,0 1,0-1,0 0,2 2,6 3,0 0,0 0,1-1,0 0,0 0,14 4,31 8,89 17,143 5,-44-22,0-10,0-11,422-61,-435 21,-184 34,54-21,-94 29,-1 0,1 0,-1-1,0 0,9-7,-13 9,0 0,0 1,0-1,0 0,-1 0,1 0,0 0,-1 0,1 0,0 0,-1 0,1 0,-1-1,0 1,1 0,-1 0,0 0,0-1,0 1,0-2,0 1,-1 0,1 0,-1 1,0-1,1 0,-1 0,0 1,0-1,-1 0,1 1,0-1,0 1,-4-3,-36-25,4 11,-1 1,-67-20,-184-36,-1356-199,1504 254,104 7,37 11,0 0,-1 0,1 0,-1 0,1-1,0 1,-1 0,1 0,0 0,0-1,-1 1,1 0,0 0,-1-1,1 1,0 0,0-1,-1 1,1 0,0-1,0 1,0 0,0-1,-1 1,1 0,0-1,0 1,0 0,0-1,0 1,0-1,0 1,0 0,0-1,0 1,0 0,0-1,1 0,3-2,0 0,0 1,0-1,1 1,-1 0,1 0,-1 0,1 1,0 0,9-2,152-23,125-3,396-58,-543 52,-134 32,0 0,-1 0,1-1,0-1,-1 0,13-9,-21 13,0 1,0-1,0 0,0 0,0 0,0 0,-1 0,1 0,0 0,-1 0,1 0,-1 0,1 0,-1 0,0 0,1-1,-1 1,0 0,0 0,0 0,1-1,-1 1,-1 0,1 0,0 0,0-1,0 1,-1 0,1 0,0 0,-1 0,1 0,-1-1,0 1,1 0,-1 0,0 0,1 1,-2-2,-5-4,0 0,0 0,0 1,0 0,-1 1,0 0,0 0,0 1,-11-4,-27-7,0 2,-53-6,-216-18,-112 9,-1723-4,1957 37,131 0,48-2,25 0,51 1,1-3,69-7,-59 1,87 6,-156-2,0 1,0-1,-1 1,1 0,0 0,-1 0,1 0,-1 1,1-1,-1 1,0 0,4 3,-6-4,0 0,0 0,0 0,-1 0,1 0,-1 0,1 0,-1 0,1 0,-1 1,1-1,-1 0,0 0,0 0,0 1,0-1,0 0,0 0,0 1,0-1,0 0,0 0,-1 0,1 1,0-1,-1 0,1 0,-1 0,0 0,1 0,-1 0,0 0,1 0,-1 0,0 0,-1 1,-6 6,0 0,-1 0,-11 7,15-11,-1 0,1 0,0 0,0 0,0 1,0 0,1 0,0 0,0 0,0 1,1 0,-1 0,-3 10,7-15,0 0,0 0,0 0,0 0,-1 0,2 0,-1 0,0 0,0-1,0 1,0 0,1 0,-1 0,0 0,1 0,-1 0,0 0,1 0,0 0,-1-1,1 1,-1 0,1 0,0-1,0 1,-1 0,1-1,0 1,0-1,1 1,6 3,0-1,0-1,0 0,0 0,1 0,12 0,203 12,-58-5,792 71,-238-18,-568-52,-113-11,-39 1,-1-1,1 1,0 0,0 0,0 0,0 0,0 0,0 0,0 0,-1 0,1 0,0-1,0 1,0 0,0 0,0 0,0 0,0 0,0 0,0-1,0 1,0 0,0 0,0 0,0 0,0 0,0 0,0-1,0 1,0 0,0 0,0 0,0 0,0 0,0-1,0 1,0 0,0 0,0 0,0 0,0 0,1 0,-1 0,0-1,0 1,0 0,0 0,0 0,0 0,0 0,0 0,1 0,-1 0,0 0,0 0,0 0,0 0,0 0,1 0,-56-17,-6 2,-151-42,186 48,0 0,1-2,1-1,0-1,-42-31,63 42,1 0,-1 0,1 0,-1 0,1 0,0-1,0 1,0-1,0 0,0 1,1-1,-1 0,1 0,0 0,-2-6,3 6,0 0,1 1,-1-1,1 0,0 1,0-1,0 1,0-1,0 1,0 0,1-1,-1 1,1 0,0 0,-1 0,1 0,0 0,0 1,0-1,1 0,2-1,17-11,0 0,49-20,478-160,-364 136,-117 36,299-107,-350 123,0-2,-1 0,0 0,27-20,-42 27,0 0,0 0,0 0,0 0,0 0,0 0,0 0,0 0,0 0,-1 0,1 0,0 0,-1-1,1 1,-1 0,1-1,-1 1,1 0,-1-1,0 1,0 0,0-1,0 1,0-1,0 1,0 0,0-1,0 1,-1 0,1-1,-1 1,1 0,-1-1,1 1,-1 0,0 0,0-1,1 1,-1 0,0 0,0 0,-1-1,-10-7,1 0,-1 1,-1 0,0 0,0 2,-17-7,-171-60,-282-36,-11 44,178 42,-100 21,330 11,74-4,21-1,30 2,0-1,43-2,-46-2,361 2,-393-3,0-1,0 1,0 1,0-1,0 0,0 1,-1 0,7 2,-17 4,-21 4,-10 2,-287 107,262-93,2 3,1 2,-64 46,113-71,0 1,1 1,0-1,0 1,1 1,0 0,1 0,0 1,-8 16,14-23,0 0,1 0,-1 1,1-1,0 0,1 1,-1-1,1 1,0-1,0 1,0-1,2 9,0-7,0 0,0 0,1 1,0-2,0 1,0 0,1-1,0 1,0-1,8 8,9 7,1-2,1-1,0 0,36 18,24 8,107 39,240 66,139 18,1195 259,-1381-346,-339-69,-1 1,59 23,-101-34,0 0,0 1,0-1,0 0,0 1,0-1,0 1,0-1,0 1,0 0,0-1,-1 1,1 0,0 0,0 0,-1 0,1-1,0 1,-1 0,1 0,-1 0,1 0,-1 0,1 2,-2-2,0 1,0-1,0 0,0 0,0 0,0 0,0 0,0 0,0 0,0 0,-1-1,1 1,0 0,0-1,-1 1,1-1,-1 0,-1 1,-33 8,-1-2,-46 3,-315 21,-286 38,644-62,-71 22,107-28,0 1,1-1,-1 1,0 0,1 0,-1 0,1 1,0-1,-5 5,7-6,1-1,0 1,-1 0,1-1,-1 1,1 0,0-1,-1 1,1 0,0 0,0-1,0 1,0 0,0 0,-1-1,1 1,0 0,1 0,-1 0,0-1,0 1,0 0,0 0,1-1,-1 1,0 0,1-1,-1 1,0 0,1 0,5 4,-1 0,1-1,0 0,0 0,1 0,-1-1,1 0,-1 0,13 3,39 12,72 11,89 9,1-9,263-1,-358-33,-44-4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9:46.9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0 194,'726'-30,"-187"-34,350-26,-262 81,-3 52,-599-40,-10-2,0 1,0 0,0 1,-1 1,1 0,-1 1,13 6,-6 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9:47.9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1 110,'28'0,"3"0,1 0,-1-2,38-8,66-16,202-14,547 8,11 33,-595 0,-65-1,259 4,-431 1,-17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9:48.5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0,'4'3,"-1"0,1-1,0 0,1 0,-1 0,0-1,1 1,-1-1,0 0,1 0,5 0,16 4,0 5,-1 1,0 1,35 22,28 15,-28-24,102 28,67 3,-227-56,645 113,-338-65,-208-31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29:48.9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52,'5'0,"9"5,13 1,18-1,19 0,22-2,8-10,7-8,7-1,4 1,-5 4,-11 4,-22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35:15.49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1915 488,'122'63,"-109"-57,164 70,72 21,3-10,4-12,3-11,2-12,322 23,-457-67,132-10,-204-1,0-3,0-3,-1-2,98-33,-131 35,1-1,-2-2,1 0,-1-1,-1 0,-1-2,0 0,18-21,-12 14,-1 4,-1 1,-16 11,-8 4,-26 2,-162-12,-128-29,-169-35,-148-32,-276-60,-219-38,9 26,906 156,211 24,0 0,0 0,1 0,-1 1,0-1,-8 3,13-3,0 0,-1 1,1-1,0 0,-1 0,1 0,0 1,0-1,-1 0,1 0,0 1,0-1,0 0,-1 1,1-1,0 0,0 1,0-1,0 0,0 1,0-1,0 0,0 1,-1-1,1 0,0 1,0-1,1 0,-1 1,0-1,0 0,0 1,0-1,0 0,0 1,0-1,0 0,1 1,-1-1,0 0,0 0,0 1,1-1,-1 0,0 0,0 1,1-1,-1 0,0 0,1 0,-1 1,0-1,1 0,17 12,0-1,0-1,1 0,24 8,200 74,106 24,1174 304,-1216-340,83 19,-81-24,71 1,-355-72,-3 1,0-2,0 0,1-2,-1 0,34-5,-49 3,-1-2,0 1,0-1,0 0,0 0,0-1,-1 1,0-1,0-1,0 1,0-1,6-6,26-23,-26 28,0 0,0 1,0 0,1 1,-1 1,1-1,0 2,0 0,0 0,0 1,1 0,-1 1,16 2,19 4,0 2,51 16,-39-9,426 82,-456-92,0-2,0 0,0-2,1-1,37-5,-7-11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35:16.84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1,'16'7,"1"-1,0 0,34 6,-3 0,544 165,-253-70,1001 273,-1043-293,186 44,-69-39,264 48,-540-114,-82-14,2-1,-1-4,62 1,165 4,-183-1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35:17.68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210 1983,'42'47,"-2"1,38 59,-30-39,171 246,217 286,-421-582,6 10,1-1,2-1,0-1,2-1,32 23,-54-44,0-1,0 0,0 1,1-2,-1 1,0 0,1-1,-1 0,1 0,0 0,-1 0,1-1,0 0,-1 0,1 0,0 0,-1-1,1 0,8-2,-3-2,0 0,0 0,0-1,-1-1,0 0,0 0,-1-1,9-9,24-28,63-92,84-161,27-110,174-489,-283 599,73-341,-129 356,-46 239,-2 0,-4-54,2 86,-1 0,-1-1,0 1,-1 0,0 1,-7-16,9 25,1 1,-1-1,0 1,0 0,0-1,0 1,0 0,0-1,-1 1,1 0,0 0,-3-2,3 3,0 0,1 0,-1 0,0-1,1 1,-1 0,0 0,0 0,1 0,-1 0,0 0,0 0,1 0,-1 1,0-1,0 0,1 0,-1 1,0-1,1 0,-1 1,0-1,1 1,-1 0,-5 5,0 1,1 1,0-1,0 1,1 0,0 0,-5 14,-55 139,-322 657,-70-28,432-751,-1-1,-1-1,-34 34,58-69,-4 4,1 0,-1-1,-1 1,-11 7,16-12,-1 0,1 0,-1 0,1 0,0-1,-1 1,0 0,1-1,-1 0,1 0,-1 0,1 0,-1 0,0 0,1-1,-1 1,1-1,-1 0,-3-1,-11-8,1 0,0-2,0 0,1 0,1-2,-25-28,14 15,-152-140,144 140,-2 2,-1 1,-66-32,64 39,0 3,-1 0,0 3,-1 1,0 2,0 2,-1 2,0 1,-65 5,78 0,-1 2,1 2,0 0,0 2,0 1,-29 14,37-14,0 2,1 0,1 2,0 0,1 1,0 0,1 1,-23 29,30-32,0 0,0 1,2 0,-1 0,2 1,0 0,0 0,1 0,-4 26,7-31,1-1,1 0,0 0,0 0,0 0,1 0,0 1,1-1,0-1,0 1,1 0,0 0,0-1,0 1,1-1,1 0,-1 0,1-1,8 9,-7-8,1 0,1-1,-1 0,1-1,0 0,0 0,1 0,-1-1,1 0,0-1,0 0,0 0,1-1,-1-1,0 1,1-1,-1-1,1 0,0 0,-1-1,1 0,-1-1,0 0,1 0,10-5,0 0,0-2,-1 0,0-1,0-1,-1 0,-1-2,0 0,-1-1,0 0,17-22,-7 3,-2 0,-2-2,-1 0,-2-2,-1 0,14-44,-13 29,-14 47,1 18,15 73,4 36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35:18.45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2734 2028,'-4'3,"1"0,-1 0,0 0,1 1,0-1,0 1,0 0,0 0,1 0,-1 0,1 1,0-1,-1 5,-7 13,-16 37,-31 113,-1 70,45-180,-44 203,-25 301,77-497,5 72,2-107,2-1,1 0,2 0,11 33,-14-52,1 0,1 0,0-1,1 0,1 0,0-1,19 23,-20-28,0 0,1 0,0-1,0 0,1-1,-1 0,1 0,0-1,1 0,-1 0,1-1,14 2,-7-2,0-1,0-1,0-1,0 0,0-1,0-1,0-1,26-7,-8-1,-1-1,0-2,-1-2,56-35,-30 11,-2-2,88-85,-80 61,-2-3,80-117,-87 102,-5-4,75-172,-81 142,-6-1,-5-2,-5-1,24-238,-44 223,-6-1,-6 1,-5 0,-36-180,22 214,-4 2,-4 0,-51-110,50 142,-4 1,-3 2,-3 1,-62-76,71 104,-1 1,-2 1,-1 2,-2 1,-1 2,-66-39,75 53,0 2,-1 1,0 1,-1 1,-1 2,1 2,-1 1,0 1,-1 1,-48 3,38 4,0 2,0 3,1 1,0 2,1 2,0 2,1 1,-72 41,28-5,2 4,3 3,2 4,-100 104,34-13,8 6,-121 184,79-72,-166 344,189-290,-123 379,184-411,-94 509,150-556,12 2,7 380,29-426,8-1,9 0,82 303,-62-346,7-3,7-2,6-3,107 174,-88-189,6-5,5-3,6-5,125 115,-126-143,4-5,4-4,4-6,159 86,-193-124,2-4,1-3,2-5,0-3,2-3,136 18,-160-36,-1-2,1-3,0-3,0-2,-1-4,1-2,-2-2,0-4,-1-2,0-2,-2-3,0-3,-2-2,-1-3,-1-2,-2-2,-2-2,-1-3,84-88,-73 59,-2-3,-4-2,-3-2,-3-2,-4-3,55-140,-44 65,-6-1,-8-3,41-323,-57 187,-12-1,-26-301,-28 147,-18 1,-157-587,69 516,-341-805,49 454,228 553,161 253,-104-105,124 144,0 0,-2 2,-68-41,80 55,1 2,-1 0,-1 1,0 1,0 1,0 1,-29-3,30 7,1 0,0 1,0 2,0-1,0 2,0 1,0 0,-26 11,16-3,1 1,0 2,1 0,1 2,-42 35,18-8,3 2,-60 74,-103 176,56-35,-123 290,79-92,21 8,-157 653,267-810,-30 353,82-487,8 1,26 292,-9-386,3-1,3 0,5-2,2 0,64 143,-65-180,2-1,1-1,2-1,2-1,1-2,2-1,2-1,1-2,59 43,-55-50,0-2,2-2,1-1,0-3,1-1,1-2,1-2,0-2,83 9,-60-16,0-2,1-4,-1-2,0-3,-1-4,0-2,68-23,-35 3,-2-5,-1-4,-2-4,159-105,-141 72,-5-5,-3-5,-4-4,92-111,-85 75,-7-5,-6-4,124-238,-132 194,-8-4,-9-4,-7-2,-10-3,30-204,-51 179,-10-1,-10 0,-9-1,-35-300,10 352,-8 1,-56-179,57 254,-5 1,-3 2,-65-112,83 170,-1 1,-1 1,-2 1,-1 1,-1 1,-1 1,-44-34,59 52,0 2,-1-1,1 2,-1 0,-1 0,1 1,-1 0,0 1,0 1,0 0,-1 1,1 0,0 1,-1 0,0 1,-19 3,18 1,0 0,1 1,0 0,0 1,0 1,0 0,1 1,1 0,-1 1,1 1,1-1,0 2,0 0,-14 19,-1 6,2 1,1 1,2 2,2 0,1 0,-15 55,5 3,4 1,-22 190,34-108,12 201,40 159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37:14.0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3,'60'-1,"-10"0,0 2,1 2,83 15,608 152,-2-32,-582-113,513 83,-2 38,-423-78,162 40,8-33,-107-49,361-16,310-68,-661 24,-209 21,-99 12,-6 0,0 0,1 1,-1-1,0 1,1 0,-1 0,0 1,0 0,1-1,7 4,-1 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37:15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2233 246,'-9'-15,"0"1,-1 0,0 0,-1 1,0 0,-1 1,0 1,-1 0,-1 0,0 1,0 1,0 0,-19-7,0 2,1 1,-2 2,0 2,0 1,-51-6,39 11,1 1,-1 3,0 2,0 1,1 3,0 1,0 3,1 1,-72 31,44-10,1 3,2 2,2 4,-109 88,136-96,1 1,2 2,2 1,1 2,-50 78,68-91,2 0,0 2,2-1,1 2,1 0,2 0,1 0,1 1,2 0,-1 59,6-57,2 0,1 0,1 0,2-1,2 0,1 0,21 46,-13-40,3-1,1 0,2-1,1-2,40 42,-20-31,2-2,2-2,1-2,3-2,0-3,2-2,116 47,-99-52,1-3,2-4,0-3,1-3,0-3,1-4,0-3,0-4,0-3,0-3,-1-4,0-3,0-3,-2-3,0-4,-1-3,119-61,-87 27,-2-5,174-145,-140 84,-122 110,-1 0,-1-1,0 0,-2-1,0 0,9-21,-18 35,0 0,0 0,-1 0,1 0,-1 0,0-1,-1 1,1 0,-1-1,0 1,0 0,0-1,0 1,-1-1,0 1,0 0,-2-7,1 8,0 1,0-1,0 0,-1 1,1 0,-1 0,1 0,-1 0,0 0,0 0,0 1,0-1,0 1,0 0,0 0,0 0,0 0,-1 1,1-1,0 1,-1 0,1 0,0 0,-4 0,-12 2,0 1,1 0,-1 1,1 1,0 1,-27 12,-21 13,-105 66,-139 120,123-68,7 7,7 8,-236 291,344-372,-79 135,124-182,1-1,2 2,2 0,2 1,-11 48,20-68,1 1,1-1,1 1,1-1,0 1,1-1,1 1,1-1,9 32,-7-36,0 0,1-1,1 1,0-2,1 1,1-1,-1 0,2 0,0-1,0-1,1 0,17 13,-9-10,1-1,1-1,0 0,0-2,1 0,0-2,1 0,25 3,0-2,0-2,0-2,1-3,68-6,-38-4,-1-3,0-4,-1-3,-1-4,124-54,-138 48,-2-3,0-2,-3-3,-1-2,-1-2,95-98,-119 105,-1-3,-2 0,-2-2,-2-1,-1-1,-2 0,-3-2,0 0,-3-1,15-71,-21 62,-2-1,-2-1,-2 1,-3-1,-3 1,-1 0,-3 0,-24-91,15 90,-3 0,-2 1,-2 2,-3 0,-1 2,-3 0,-2 2,-2 2,-2 1,-74-71,78 88,-1 2,-1 0,-1 3,-2 1,0 1,-63-25,66 34,-1 1,-1 2,0 2,0 0,0 3,-1 1,0 2,-47 4,32 3,1 3,-1 2,2 2,0 2,-92 42,48-10,2 5,2 3,3 5,2 3,-90 88,71-50,3 6,6 4,-102 153,134-167,4 2,-45 108,73-132,3 1,-35 151,51-169,4 1,2 0,2 0,3 0,9 72,-4-96,2 0,1 0,2-1,1 0,2 0,1-1,1-1,2 0,34 48,-39-64,0-2,2 0,0 0,0-1,1-1,22 16,-29-24,-1 0,1 0,-1-1,1 0,0 0,0 0,1-1,-1 0,0-1,1 1,-1-1,1-1,-1 0,1 0,0 0,-1-1,12-2,-11 0,0 0,0-1,-1 0,0 0,0 0,0-1,0 0,-1-1,0 0,0 1,0-2,-1 1,0-1,0 0,5-10,4-9,-1-1,-2 0,0-1,-2 0,10-52,-8 8,-2 0,-1-111,-12 48,-25-155,-13 40,-11 2,-11 3,-162-403,45 274,5 85,33 98,119 161,-35-31,44 51,24 24,18 12,0-2,50 33,271 158,247 86,194 43,21-16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3T16:37:16.2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5284 4033,'-35'29,"1"1,2 2,-47 57,-69 119,104-144,-571 921,606-968,-1 0,-19 22,29-39,0 1,-1-1,1 0,0 0,0 1,0-1,0 0,0 0,-1 0,1 1,0-1,0 0,0 0,0 0,-1 0,1 0,0 0,0 1,-1-1,1 0,0 0,0 0,-1 0,1 0,0 0,0 0,-1 0,1 0,0 0,0 0,-1 0,1 0,0 0,0 0,-1 0,1 0,0 0,0-1,0 1,-1 0,1 0,0 0,0 0,0 0,-1-1,1 1,0 0,0 0,0 0,-1-1,-2-25,9-119,-8-122,-54-325,28 424,-76-253,77 338,-3 2,-3 1,-4 1,-67-103,82 147,-3 2,0 0,-2 2,-1 1,-2 2,-1 0,-1 2,-1 2,-1 1,-1 1,-55-24,55 32,0 3,0 0,-1 2,0 2,0 2,-1 1,1 1,-53 4,25 5,0 2,1 4,1 2,0 3,-101 42,60-13,2 4,3 5,-145 106,115-61,4 5,-176 195,164-141,-227 349,204-237,12 7,12 6,-160 493,229-556,-55 346,101-423,7 2,10 290,12-335,4 0,4 0,5-2,49 139,-41-159,4-1,3-2,4-2,2-1,88 109,-70-111,3-3,3-2,2-4,4-3,1-3,4-3,1-4,3-3,1-4,2-3,112 34,-117-50,1-3,1-3,1-4,0-4,119-1,-130-11,0-3,-1-3,0-3,0-3,-2-4,114-45,-105 29,-2-4,-1-3,-3-4,-1-2,90-82,-75 50,-4-3,-4-4,-3-4,71-113,-60 66,-7-4,-7-3,63-177,-61 106,-10-3,41-264,-60 175,-13-1,-17-577,-37 536,-15 2,-106-441,-89 5,166 611,-132-244,160 349,-3 2,-2 1,-4 3,-59-62,85 101,-2 2,0 1,-1 1,-2 1,1 1,-2 1,0 1,-47-17,54 25,-1 1,0 2,0 0,-1 1,1 1,0 1,-1 1,1 1,-1 1,1 0,0 2,-36 10,19 0,1 2,0 1,1 2,1 2,1 0,-51 44,14-5,3 3,-107 130,67-52,-94 163,53-48,-221 526,277-535,11 5,-69 364,132-511,-9 193,27-260,2 0,2 0,1 0,2 0,20 69,-21-92,0 0,1-1,1 0,1 0,0 0,1-1,0 0,1-1,0 0,1 0,21 17,-22-22,1-1,0 0,0 0,0-1,1 0,0-1,0 0,0-1,0 0,1-1,-1-1,0 0,1 0,0-1,16-3,2-2,0-2,-1 0,0-2,-1-2,0 0,-1-2,47-29,2-8,-2-3,-3-3,69-69,-25 9,185-240,133-315,173-596,-156-63,-276 587,-86 172,-77 446,-4-138,-10 221,-7-46,6 74,0 1,0-1,-1 1,-10-21,13 31,0 0,0 0,-1 0,0 0,1 0,-1 1,0-1,-1 1,1-1,0 1,-1 0,1-1,-1 1,0 1,1-1,-1 0,0 1,0-1,0 1,0 0,-1 0,1 0,0 0,0 1,-1-1,1 1,0 0,-1 0,1 0,0 0,0 1,-1-1,1 1,0 0,-6 2,-2 2,0 0,-1 1,2 0,-1 0,-16 14,-6 8,-43 47,-232 311,-112 232,-91 199,-509 1043,200 95,619-1291,178-575,4 2,-13 179,31-250,2-1,0 1,1 0,1 0,7 20,-9-34,1 1,1-1,-1-1,1 1,0 0,0-1,1 1,-1-1,1 0,1 0,-1 0,1-1,7 6,-7-7,0 0,0 0,1-1,-1 0,1 0,-1 0,1-1,0 0,0 0,0 0,0-1,0 1,-1-2,11 0,2-2,0-1,0-1,-1 0,0-1,32-16,19-18,-1-3,-2-2,-2-3,62-62,38-49,181-229,230-397,422-918,-180-98,-642 1322,-156 424,-2 0,12-81,-29 114,1 22,-1 0,1 0,0-1,0 1,0 0,0 0,0-1,0 1,0 0,-1 0,1 0,0-1,0 1,0 0,0 0,-1 0,1 0,0-1,0 1,0 0,-1 0,1 0,0 0,0 0,-1 0,1 0,0 0,0 0,-1 0,1 0,0 0,0 0,-1 0,1 0,0 0,0 0,-1 0,1 0,0 0,-1 0,-3 4,0-1,0 1,0 0,1 0,0 0,-1 0,1 0,-4 10,-139 293,-73 257,-48 207,-94 502,282-912,-51 595,119-750,22 292,1-365,6-1,50 183,-39-220,4-1,79 157,83 67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51197-F9FF-C533-405A-5B244E4AB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609424-6DA5-A058-98D7-ED2889339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AAC84C-0CCE-57DB-27D5-0C3AE807D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A950D-361C-4D0A-288C-95E862B1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10C010-5E35-3685-391C-14A0D16FC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8914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6B8EA-0F80-732F-E7AB-1B9397CF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2CC3E2-ED29-AD3E-4B49-3019715E8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E1D409-A0F8-24A2-8820-75C830EE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644A4-862E-DDD8-FDA8-34060838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1FC036-945A-F148-B5AB-3C41CEFB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511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BA2B3-5C71-8D8D-6875-B41B29E4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6ACD0D-3C17-8DC8-9294-B60552E28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C3C1B4-7DCA-77D8-A66E-2C3C474A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E1E2E-F588-7CEE-1224-BC47A6137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DCEC59-AC2C-CB3A-8F90-AFF443EE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37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EC759-B540-D84B-BBF1-704FB09B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0E4CE5-3536-BF70-CA59-61D26B989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50DB73-D5CA-1F06-6615-8C761CB97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27973A-EEF9-035E-C7B4-CF533C2E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050534-EC9D-BAAC-39FF-D8E45861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8C651A-A499-88AB-FD20-65CBC4DE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21069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30DBE-CF46-B977-EC20-BEFC5CFC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278788-9826-DE4C-3BF9-07C6F2F8B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F44976-38D4-7092-6A2B-3F6519551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D2F781-4EB4-8F1B-00A1-462952F09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579DAD-BC1C-50A9-6838-4FE8EBF33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DA9BE6-271B-8B6C-6850-65A9C39E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8BBA68-89BE-E79A-BC7F-6F7E52BD3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C54778-D19F-5E23-6AD8-6EC6A077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9464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C9951-996D-A909-7ED2-A95E2229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53DEA5-B7A2-1932-B165-02A24CAA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027959-3FD1-A722-E587-33CDC505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ED5A8E-BD2A-7E82-6B56-8ED6D67C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65385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D0D43D6-1F01-C80C-C67F-16FD2798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C4EE1C-4503-524B-BC8F-4DE3F38F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EB3995-3FDE-6BA3-B083-09374D55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4627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E6CF4-0C9F-A500-C28A-C6034065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00DC28-DB8E-9BE5-D56C-D07F789A0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C80ED0-7237-FF3F-8AF3-5BCF99357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01B138-925A-E8A1-AF53-C03DAEDBE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B81439-5B62-1502-1935-704F8EEA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F3384A-DA62-9C06-FE95-4FC0FE88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7463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C286F-46DC-BAB0-3759-03CC6BEB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A75D5A-54AE-722C-2D92-9F585AE41F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4DF690-E901-3122-B0EA-5777855AB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36FE96-B2C8-7F9C-3F1D-203A0C7E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01FB10-5A7A-4650-87A3-DDC50F4D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FB6024-02E7-B94F-F43F-704103D1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407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4C587-AC50-87F7-B687-434BAE3E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B330D2-F1EE-01C0-5259-032624904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4BF53B-A78C-A18D-B270-9FC4626C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1A81E1-9DCF-65C2-CA42-C7B55C6A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D774E5-5F7F-0979-5F3C-95D33ED6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0649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9A4786-E3F0-1E6E-35ED-DB29DD7E0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7D40C9-73E4-6E12-C37C-BBEC03B3A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A9F227-BA12-48FA-8DAC-D23C4E4A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F4D281-EE0D-A763-B470-B2E2BB24C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F8D987-875C-20CC-AC65-343ACE0D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3141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EEEEE8-97FD-9FB7-326B-CB18A7408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B71218-593F-133B-1AB9-C1A6695F4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73FC71-FF5E-8EF8-196B-35A338CF9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F703F-BDF9-4BCC-985D-B3EBB986DE73}" type="datetimeFigureOut">
              <a:rPr lang="es-GT" smtClean="0"/>
              <a:t>3/07/2025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AF6062-94D9-769D-56CD-7BC9B5E50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B7CBED-2F85-398E-8FAE-A71A8068D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89EF0-72E0-4D82-9825-290793A60DF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9301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customXml" Target="../ink/ink6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customXml" Target="../ink/ink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customXml" Target="../ink/ink15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customXml" Target="../ink/ink19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F8771B-09EC-72F8-3800-3C1D544AD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176" y="2072540"/>
            <a:ext cx="4423815" cy="232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3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FA1AC0-A3B5-8002-0319-A170EAF66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107" y="1134454"/>
            <a:ext cx="5586096" cy="166473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3B027E-57E2-9F53-5488-5DAC527B9D13}"/>
              </a:ext>
            </a:extLst>
          </p:cNvPr>
          <p:cNvSpPr txBox="1"/>
          <p:nvPr/>
        </p:nvSpPr>
        <p:spPr>
          <a:xfrm>
            <a:off x="3074436" y="3429000"/>
            <a:ext cx="3828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Recubirimiento</a:t>
            </a:r>
            <a:r>
              <a:rPr lang="es-MX" dirty="0"/>
              <a:t> cara superior cara </a:t>
            </a:r>
            <a:r>
              <a:rPr lang="es-MX" dirty="0" err="1"/>
              <a:t>inferior,elementos</a:t>
            </a:r>
            <a:r>
              <a:rPr lang="es-MX" dirty="0"/>
              <a:t> expuestos es de 75 mm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60972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398FF0-5E43-1B7C-39F1-21D0CAE48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879" y="1183788"/>
            <a:ext cx="4734586" cy="46583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6C53D03-3251-F9AE-4EDA-A129022CC8F5}"/>
              </a:ext>
            </a:extLst>
          </p:cNvPr>
          <p:cNvSpPr txBox="1"/>
          <p:nvPr/>
        </p:nvSpPr>
        <p:spPr>
          <a:xfrm>
            <a:off x="4987640" y="4725955"/>
            <a:ext cx="2887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Puede ser la varilla mayor </a:t>
            </a:r>
            <a:endParaRPr lang="es-GT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59AE6E3-694E-E5AD-5666-28487831D7DE}"/>
                  </a:ext>
                </a:extLst>
              </p14:cNvPr>
              <p14:cNvContentPartPr/>
              <p14:nvPr/>
            </p14:nvContentPartPr>
            <p14:xfrm>
              <a:off x="5952688" y="3153593"/>
              <a:ext cx="828720" cy="388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59AE6E3-694E-E5AD-5666-28487831D7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80688" y="3009593"/>
                <a:ext cx="9723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DA1531B-16D5-CE6E-2C8B-110E9E8A2218}"/>
                  </a:ext>
                </a:extLst>
              </p14:cNvPr>
              <p14:cNvContentPartPr/>
              <p14:nvPr/>
            </p14:nvContentPartPr>
            <p14:xfrm>
              <a:off x="5989768" y="2504153"/>
              <a:ext cx="410400" cy="86220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DA1531B-16D5-CE6E-2C8B-110E9E8A22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17768" y="2360513"/>
                <a:ext cx="554040" cy="11498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80F90F04-5D6D-F975-8710-628149326F31}"/>
              </a:ext>
            </a:extLst>
          </p:cNvPr>
          <p:cNvSpPr txBox="1"/>
          <p:nvPr/>
        </p:nvSpPr>
        <p:spPr>
          <a:xfrm>
            <a:off x="7050893" y="29970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Elegir b</a:t>
            </a:r>
            <a:endParaRPr lang="es-GT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DE83C89-7B78-F257-4D83-2E998B3C95F5}"/>
                  </a:ext>
                </a:extLst>
              </p14:cNvPr>
              <p14:cNvContentPartPr/>
              <p14:nvPr/>
            </p14:nvContentPartPr>
            <p14:xfrm>
              <a:off x="3881248" y="1688393"/>
              <a:ext cx="833760" cy="306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DE83C89-7B78-F257-4D83-2E998B3C95F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27608" y="1580393"/>
                <a:ext cx="941400" cy="2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353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2AACBE-D3C0-98E9-602C-C6401F76F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51" y="2643078"/>
            <a:ext cx="2495898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4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D305B8-94FD-39A0-E0DC-36ABEFB6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70" y="1447523"/>
            <a:ext cx="4725059" cy="39629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3A605FE-FFB9-84F5-E2B5-0D1E2C1074A9}"/>
              </a:ext>
            </a:extLst>
          </p:cNvPr>
          <p:cNvSpPr txBox="1"/>
          <p:nvPr/>
        </p:nvSpPr>
        <p:spPr>
          <a:xfrm>
            <a:off x="8691465" y="1964093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Ver los factores de diseño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02752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F0AA01-7418-B3CA-987C-31596354D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708" y="2061971"/>
            <a:ext cx="2562583" cy="273405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C313BE2-96EE-1DD7-D865-8C4C4E1806DC}"/>
              </a:ext>
            </a:extLst>
          </p:cNvPr>
          <p:cNvSpPr txBox="1"/>
          <p:nvPr/>
        </p:nvSpPr>
        <p:spPr>
          <a:xfrm>
            <a:off x="5640355" y="2971800"/>
            <a:ext cx="91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Seleccionar todo y dar ok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20131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D45A6F-2151-E0B5-5E5B-E5337684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842" y="1100982"/>
            <a:ext cx="2976289" cy="328596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A6C6975-784A-C8BE-8F0C-3D2C120376D4}"/>
              </a:ext>
            </a:extLst>
          </p:cNvPr>
          <p:cNvSpPr txBox="1"/>
          <p:nvPr/>
        </p:nvSpPr>
        <p:spPr>
          <a:xfrm>
            <a:off x="5640355" y="2971800"/>
            <a:ext cx="91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Luego dar en analizar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96029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23E43F-4645-5676-6E40-867B73C5D282}"/>
              </a:ext>
            </a:extLst>
          </p:cNvPr>
          <p:cNvSpPr txBox="1"/>
          <p:nvPr/>
        </p:nvSpPr>
        <p:spPr>
          <a:xfrm>
            <a:off x="2607905" y="592494"/>
            <a:ext cx="310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Analizaremos </a:t>
            </a:r>
            <a:r>
              <a:rPr lang="es-MX" dirty="0" err="1"/>
              <a:t>flexion</a:t>
            </a:r>
            <a:r>
              <a:rPr lang="es-MX" dirty="0"/>
              <a:t>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A13BA0-4A10-00C7-FF78-1A6308F84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41" y="961826"/>
            <a:ext cx="5806654" cy="55839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E39A9FC-871D-836D-ED0F-A32D236F0787}"/>
                  </a:ext>
                </a:extLst>
              </p14:cNvPr>
              <p14:cNvContentPartPr/>
              <p14:nvPr/>
            </p14:nvContentPartPr>
            <p14:xfrm>
              <a:off x="3178888" y="1531433"/>
              <a:ext cx="4590360" cy="9277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E39A9FC-871D-836D-ED0F-A32D236F07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6888" y="1387793"/>
                <a:ext cx="4734000" cy="121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4109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8947EE6-242E-BE0D-F831-BA4B572C5A72}"/>
              </a:ext>
            </a:extLst>
          </p:cNvPr>
          <p:cNvSpPr txBox="1"/>
          <p:nvPr/>
        </p:nvSpPr>
        <p:spPr>
          <a:xfrm>
            <a:off x="1292289" y="685801"/>
            <a:ext cx="452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Refuerzao</a:t>
            </a:r>
            <a:r>
              <a:rPr lang="es-MX" dirty="0"/>
              <a:t> cara inferior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EC871E-744D-C77C-F15D-DAF68BE6A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125" y="1353712"/>
            <a:ext cx="7505863" cy="45690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0DE4B96-18FC-F22D-4394-C6F3C2531E25}"/>
                  </a:ext>
                </a:extLst>
              </p14:cNvPr>
              <p14:cNvContentPartPr/>
              <p14:nvPr/>
            </p14:nvContentPartPr>
            <p14:xfrm>
              <a:off x="4627528" y="1763273"/>
              <a:ext cx="752760" cy="2199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0DE4B96-18FC-F22D-4394-C6F3C2531E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3888" y="1655273"/>
                <a:ext cx="86040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66520D21-CDA9-AE2A-0028-678CDA941023}"/>
                  </a:ext>
                </a:extLst>
              </p14:cNvPr>
              <p14:cNvContentPartPr/>
              <p14:nvPr/>
            </p14:nvContentPartPr>
            <p14:xfrm>
              <a:off x="4823728" y="1931033"/>
              <a:ext cx="308520" cy="1778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66520D21-CDA9-AE2A-0028-678CDA9410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0088" y="1823393"/>
                <a:ext cx="41616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76C0286-5AB2-30A0-A765-F091858F1AF2}"/>
                  </a:ext>
                </a:extLst>
              </p14:cNvPr>
              <p14:cNvContentPartPr/>
              <p14:nvPr/>
            </p14:nvContentPartPr>
            <p14:xfrm>
              <a:off x="2556088" y="2266913"/>
              <a:ext cx="1061280" cy="2426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76C0286-5AB2-30A0-A765-F091858F1A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2448" y="2159273"/>
                <a:ext cx="116892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AFC1A93-4462-CB91-A4CC-0644268DEF88}"/>
                  </a:ext>
                </a:extLst>
              </p14:cNvPr>
              <p14:cNvContentPartPr/>
              <p14:nvPr/>
            </p14:nvContentPartPr>
            <p14:xfrm>
              <a:off x="4786288" y="3116153"/>
              <a:ext cx="761400" cy="396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AFC1A93-4462-CB91-A4CC-0644268DEF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32288" y="3008153"/>
                <a:ext cx="869040" cy="25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226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BBC3DD-F72D-D5A6-1BFA-B5FA539EB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9" y="290074"/>
            <a:ext cx="10688542" cy="62778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C908D20-1BC0-116F-15CA-EFA89CF77A68}"/>
                  </a:ext>
                </a:extLst>
              </p14:cNvPr>
              <p14:cNvContentPartPr/>
              <p14:nvPr/>
            </p14:nvContentPartPr>
            <p14:xfrm>
              <a:off x="4200568" y="4501793"/>
              <a:ext cx="3065040" cy="7693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C908D20-1BC0-116F-15CA-EFA89CF77A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6928" y="4393793"/>
                <a:ext cx="3172680" cy="9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35B752F2-8062-A514-711E-8EFBF28DC8DD}"/>
                  </a:ext>
                </a:extLst>
              </p14:cNvPr>
              <p14:cNvContentPartPr/>
              <p14:nvPr/>
            </p14:nvContentPartPr>
            <p14:xfrm>
              <a:off x="1184848" y="1702793"/>
              <a:ext cx="1289520" cy="698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35B752F2-8062-A514-711E-8EFBF28DC8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0848" y="1595153"/>
                <a:ext cx="13971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7415CFA-D441-6336-E46A-0D594B7A2545}"/>
                  </a:ext>
                </a:extLst>
              </p14:cNvPr>
              <p14:cNvContentPartPr/>
              <p14:nvPr/>
            </p14:nvContentPartPr>
            <p14:xfrm>
              <a:off x="2108248" y="846713"/>
              <a:ext cx="1289520" cy="399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7415CFA-D441-6336-E46A-0D594B7A25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54608" y="738713"/>
                <a:ext cx="13971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526271FE-D632-8DDA-8025-CFCD67B3C7B0}"/>
                  </a:ext>
                </a:extLst>
              </p14:cNvPr>
              <p14:cNvContentPartPr/>
              <p14:nvPr/>
            </p14:nvContentPartPr>
            <p14:xfrm>
              <a:off x="4244848" y="1007273"/>
              <a:ext cx="654120" cy="1634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526271FE-D632-8DDA-8025-CFCD67B3C7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91208" y="899273"/>
                <a:ext cx="7617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50165B8-7EFE-ED3F-84EF-222A5EA05604}"/>
                  </a:ext>
                </a:extLst>
              </p14:cNvPr>
              <p14:cNvContentPartPr/>
              <p14:nvPr/>
            </p14:nvContentPartPr>
            <p14:xfrm>
              <a:off x="4646248" y="1324433"/>
              <a:ext cx="336240" cy="27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50165B8-7EFE-ED3F-84EF-222A5EA056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2248" y="1216433"/>
                <a:ext cx="443880" cy="2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0536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98EA05-7809-4D4F-9660-C8EE0CE20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286"/>
            <a:ext cx="10955279" cy="62873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DD2404CC-3DF0-0DDA-A58A-131241DFDD3D}"/>
                  </a:ext>
                </a:extLst>
              </p14:cNvPr>
              <p14:cNvContentPartPr/>
              <p14:nvPr/>
            </p14:nvContentPartPr>
            <p14:xfrm>
              <a:off x="4488928" y="4452113"/>
              <a:ext cx="1843560" cy="3927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DD2404CC-3DF0-0DDA-A58A-131241DFDD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16928" y="4308473"/>
                <a:ext cx="198720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C6CE180-947A-EB54-592D-684A0BCC219B}"/>
                  </a:ext>
                </a:extLst>
              </p14:cNvPr>
              <p14:cNvContentPartPr/>
              <p14:nvPr/>
            </p14:nvContentPartPr>
            <p14:xfrm>
              <a:off x="1622968" y="951113"/>
              <a:ext cx="1838160" cy="4482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C6CE180-947A-EB54-592D-684A0BCC21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1328" y="807473"/>
                <a:ext cx="198180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C291FD9D-B8EB-260E-C067-DB05231064BB}"/>
                  </a:ext>
                </a:extLst>
              </p14:cNvPr>
              <p14:cNvContentPartPr/>
              <p14:nvPr/>
            </p14:nvContentPartPr>
            <p14:xfrm>
              <a:off x="3917968" y="461513"/>
              <a:ext cx="983160" cy="12178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C291FD9D-B8EB-260E-C067-DB05231064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6328" y="317513"/>
                <a:ext cx="1126800" cy="15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89809646-02A3-148E-0B31-EE9B406F286B}"/>
                  </a:ext>
                </a:extLst>
              </p14:cNvPr>
              <p14:cNvContentPartPr/>
              <p14:nvPr/>
            </p14:nvContentPartPr>
            <p14:xfrm>
              <a:off x="8392768" y="2489033"/>
              <a:ext cx="1630440" cy="320868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89809646-02A3-148E-0B31-EE9B406F286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20768" y="2345393"/>
                <a:ext cx="1774080" cy="34963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970C17C6-90B8-AB68-BAA3-161051A174DF}"/>
              </a:ext>
            </a:extLst>
          </p:cNvPr>
          <p:cNvSpPr txBox="1"/>
          <p:nvPr/>
        </p:nvSpPr>
        <p:spPr>
          <a:xfrm>
            <a:off x="5640355" y="2971800"/>
            <a:ext cx="2635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Ya con eso se soluciono esta mamada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809888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FF6C572-211D-98D8-FAF7-32B90FCB7AC8}"/>
              </a:ext>
            </a:extLst>
          </p:cNvPr>
          <p:cNvSpPr/>
          <p:nvPr/>
        </p:nvSpPr>
        <p:spPr>
          <a:xfrm>
            <a:off x="1278293" y="615819"/>
            <a:ext cx="971316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Ahora </a:t>
            </a:r>
            <a:r>
              <a:rPr lang="es-ES" sz="5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elcortante</a:t>
            </a:r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s-E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Shear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….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B79C48-6E15-58DE-E0CD-8EE72A3DB647}"/>
              </a:ext>
            </a:extLst>
          </p:cNvPr>
          <p:cNvSpPr txBox="1"/>
          <p:nvPr/>
        </p:nvSpPr>
        <p:spPr>
          <a:xfrm>
            <a:off x="5640355" y="2971800"/>
            <a:ext cx="28131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Cuando no requerimos refuerzo por corte es el concreto  que </a:t>
            </a:r>
            <a:r>
              <a:rPr lang="es-MX" dirty="0" err="1"/>
              <a:t>estaabsorbiendo</a:t>
            </a:r>
            <a:r>
              <a:rPr lang="es-MX" dirty="0"/>
              <a:t> todo </a:t>
            </a:r>
            <a:r>
              <a:rPr lang="es-MX" dirty="0" err="1"/>
              <a:t>elcortante</a:t>
            </a:r>
            <a:r>
              <a:rPr lang="es-MX" dirty="0"/>
              <a:t>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942061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F8A786-D620-E26C-E204-8CA28FE64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25" y="0"/>
            <a:ext cx="1108094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08BA6870-95EC-1A8F-6603-7D9736A26CCB}"/>
                  </a:ext>
                </a:extLst>
              </p14:cNvPr>
              <p14:cNvContentPartPr/>
              <p14:nvPr/>
            </p14:nvContentPartPr>
            <p14:xfrm>
              <a:off x="1968568" y="950393"/>
              <a:ext cx="2474280" cy="322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08BA6870-95EC-1A8F-6603-7D9736A26C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4928" y="842753"/>
                <a:ext cx="258192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BF406C1-4C49-6BE5-6BEA-F8869EB12F07}"/>
                  </a:ext>
                </a:extLst>
              </p14:cNvPr>
              <p14:cNvContentPartPr/>
              <p14:nvPr/>
            </p14:nvContentPartPr>
            <p14:xfrm>
              <a:off x="5373088" y="3680993"/>
              <a:ext cx="1228680" cy="14144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BF406C1-4C49-6BE5-6BEA-F8869EB12F0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9448" y="3572993"/>
                <a:ext cx="1336320" cy="16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DBFBCF7-8F8A-D3BF-6B91-5FEAC5F65057}"/>
                  </a:ext>
                </a:extLst>
              </p14:cNvPr>
              <p14:cNvContentPartPr/>
              <p14:nvPr/>
            </p14:nvContentPartPr>
            <p14:xfrm>
              <a:off x="8286568" y="1356113"/>
              <a:ext cx="1902240" cy="34912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DBFBCF7-8F8A-D3BF-6B91-5FEAC5F650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32568" y="1248473"/>
                <a:ext cx="2009880" cy="370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985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8324A6-91C1-13BE-DB02-C643133C9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271022"/>
            <a:ext cx="8583223" cy="631595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404653B-5B2D-23B4-AD28-60C058A55C1E}"/>
              </a:ext>
            </a:extLst>
          </p:cNvPr>
          <p:cNvSpPr txBox="1"/>
          <p:nvPr/>
        </p:nvSpPr>
        <p:spPr>
          <a:xfrm>
            <a:off x="5640354" y="2845836"/>
            <a:ext cx="2038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Clic </a:t>
            </a:r>
            <a:r>
              <a:rPr lang="es-MX" dirty="0" err="1"/>
              <a:t>derercho</a:t>
            </a:r>
            <a:r>
              <a:rPr lang="es-MX" dirty="0"/>
              <a:t> sobre una de las </a:t>
            </a:r>
            <a:r>
              <a:rPr lang="es-MX" dirty="0" err="1"/>
              <a:t>tirasstreeps</a:t>
            </a:r>
            <a:r>
              <a:rPr lang="es-MX" dirty="0"/>
              <a:t>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343969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A2D6F8-366C-447B-C468-71F544C4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839" y="1871445"/>
            <a:ext cx="3734321" cy="311511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718EE9-1C7C-44B0-D567-1B7D49093E69}"/>
              </a:ext>
            </a:extLst>
          </p:cNvPr>
          <p:cNvSpPr txBox="1"/>
          <p:nvPr/>
        </p:nvSpPr>
        <p:spPr>
          <a:xfrm>
            <a:off x="3914191" y="4809930"/>
            <a:ext cx="1824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Dejar esto en toneladas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264439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6E029B-7503-067C-5B27-2029674D4264}"/>
              </a:ext>
            </a:extLst>
          </p:cNvPr>
          <p:cNvSpPr txBox="1"/>
          <p:nvPr/>
        </p:nvSpPr>
        <p:spPr>
          <a:xfrm>
            <a:off x="2359089" y="573834"/>
            <a:ext cx="2066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Corte resistente de concreto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8C2BD9F-3552-7D58-0D82-A875079EB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85" y="1567348"/>
            <a:ext cx="4780895" cy="258496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CE0E26-831C-C9B3-56A9-36924C788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1892"/>
            <a:ext cx="4906060" cy="166710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07071A-DAFF-479F-DBB6-7A873D2A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954" y="3720602"/>
            <a:ext cx="6058746" cy="249589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C2B2837-18EC-955E-A29E-152CBF12B3F8}"/>
              </a:ext>
            </a:extLst>
          </p:cNvPr>
          <p:cNvSpPr txBox="1"/>
          <p:nvPr/>
        </p:nvSpPr>
        <p:spPr>
          <a:xfrm>
            <a:off x="8832669" y="496855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Mayor a 12.72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966555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EE0212-6BDB-0ECF-348C-F935F3D506D9}"/>
              </a:ext>
            </a:extLst>
          </p:cNvPr>
          <p:cNvSpPr txBox="1"/>
          <p:nvPr/>
        </p:nvSpPr>
        <p:spPr>
          <a:xfrm>
            <a:off x="3517641" y="1908110"/>
            <a:ext cx="4366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Corte diseño del corte </a:t>
            </a:r>
            <a:r>
              <a:rPr lang="es-MX" dirty="0" err="1"/>
              <a:t>punzonante</a:t>
            </a:r>
            <a:r>
              <a:rPr lang="es-MX" dirty="0"/>
              <a:t>, aparece el porcentaje </a:t>
            </a:r>
            <a:r>
              <a:rPr lang="es-MX" dirty="0" err="1"/>
              <a:t>delcorte</a:t>
            </a:r>
            <a:r>
              <a:rPr lang="es-MX" dirty="0"/>
              <a:t> </a:t>
            </a:r>
            <a:r>
              <a:rPr lang="es-MX" dirty="0" err="1"/>
              <a:t>punzonante</a:t>
            </a:r>
            <a:r>
              <a:rPr lang="es-MX" dirty="0"/>
              <a:t> indica que la zapara pequeña esta a  .77 y el valor </a:t>
            </a:r>
            <a:r>
              <a:rPr lang="es-MX" dirty="0" err="1"/>
              <a:t>max</a:t>
            </a:r>
            <a:r>
              <a:rPr lang="es-MX" dirty="0"/>
              <a:t> es 1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28FB47-BD54-D11F-0C20-DA5C4142D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922" y="3429000"/>
            <a:ext cx="2472021" cy="254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32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640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8880</TotalTime>
  <Words>106</Words>
  <Application>Microsoft Office PowerPoint</Application>
  <PresentationFormat>Panorámica</PresentationFormat>
  <Paragraphs>17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Marlon Ivan Carreto Rivera</dc:creator>
  <cp:lastModifiedBy>Marlon Ivan Carreto Rivera</cp:lastModifiedBy>
  <cp:revision>1</cp:revision>
  <dcterms:created xsi:type="dcterms:W3CDTF">2025-07-03T16:07:39Z</dcterms:created>
  <dcterms:modified xsi:type="dcterms:W3CDTF">2025-07-09T20:08:06Z</dcterms:modified>
</cp:coreProperties>
</file>